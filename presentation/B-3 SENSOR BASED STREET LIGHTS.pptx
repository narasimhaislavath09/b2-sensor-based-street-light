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933731-76DC-4BD7-8229-B3214375DDD2}" v="1" dt="2025-02-23T13:36:16.8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0A755-7B84-4259-8D5E-984C1D144080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0FA00-6083-4D6F-9B2D-F4B9FF1A1C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4281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0A755-7B84-4259-8D5E-984C1D144080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0FA00-6083-4D6F-9B2D-F4B9FF1A1C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4702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0A755-7B84-4259-8D5E-984C1D144080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0FA00-6083-4D6F-9B2D-F4B9FF1A1C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6489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0A755-7B84-4259-8D5E-984C1D144080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0FA00-6083-4D6F-9B2D-F4B9FF1A1C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7314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0A755-7B84-4259-8D5E-984C1D144080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0FA00-6083-4D6F-9B2D-F4B9FF1A1C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292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0A755-7B84-4259-8D5E-984C1D144080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0FA00-6083-4D6F-9B2D-F4B9FF1A1C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493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0A755-7B84-4259-8D5E-984C1D144080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0FA00-6083-4D6F-9B2D-F4B9FF1A1C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1892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0A755-7B84-4259-8D5E-984C1D144080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0FA00-6083-4D6F-9B2D-F4B9FF1A1C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569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0A755-7B84-4259-8D5E-984C1D144080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0FA00-6083-4D6F-9B2D-F4B9FF1A1C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503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0A755-7B84-4259-8D5E-984C1D144080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0FA00-6083-4D6F-9B2D-F4B9FF1A1C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331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0A755-7B84-4259-8D5E-984C1D144080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0FA00-6083-4D6F-9B2D-F4B9FF1A1CE4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35682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0A755-7B84-4259-8D5E-984C1D144080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0FA00-6083-4D6F-9B2D-F4B9FF1A1C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25514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0A755-7B84-4259-8D5E-984C1D144080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0FA00-6083-4D6F-9B2D-F4B9FF1A1CE4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105677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0A755-7B84-4259-8D5E-984C1D144080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0FA00-6083-4D6F-9B2D-F4B9FF1A1C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74555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0A755-7B84-4259-8D5E-984C1D144080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0FA00-6083-4D6F-9B2D-F4B9FF1A1C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74221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0A755-7B84-4259-8D5E-984C1D144080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0FA00-6083-4D6F-9B2D-F4B9FF1A1C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6460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60A755-7B84-4259-8D5E-984C1D144080}" type="datetimeFigureOut">
              <a:rPr lang="en-IN" smtClean="0"/>
              <a:t>24-02-2025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AA0FA00-6083-4D6F-9B2D-F4B9FF1A1CE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6020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A9119-7DA7-44FA-B2D8-F3BB5C7CA2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5494" y="627413"/>
            <a:ext cx="7443831" cy="1377556"/>
          </a:xfrm>
        </p:spPr>
        <p:txBody>
          <a:bodyPr>
            <a:normAutofit/>
          </a:bodyPr>
          <a:lstStyle/>
          <a:p>
            <a:r>
              <a:rPr lang="en-US" sz="3000" b="1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B-3 SENSOR BASED STREET LIGHTS</a:t>
            </a:r>
            <a:endParaRPr lang="en-IN" sz="3000" b="1" dirty="0">
              <a:latin typeface="Artifakt Element Black" panose="020B0A03050000020004" pitchFamily="34" charset="0"/>
              <a:ea typeface="Artifakt Element Black" panose="020B0A030500000200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32FAD1-0B92-4A87-B91C-56C48852B1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902591"/>
            <a:ext cx="8148506" cy="2088859"/>
          </a:xfrm>
        </p:spPr>
        <p:txBody>
          <a:bodyPr>
            <a:normAutofit lnSpcReduction="10000"/>
          </a:bodyPr>
          <a:lstStyle/>
          <a:p>
            <a:r>
              <a:rPr lang="en-US" sz="2000" b="1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A SMART SOLUTION FOR EFFICIENT STREET LIGHTING</a:t>
            </a:r>
          </a:p>
          <a:p>
            <a:pPr algn="r"/>
            <a:r>
              <a:rPr lang="en-US" sz="2000" b="1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NAME</a:t>
            </a:r>
            <a:r>
              <a:rPr lang="en-IN" sz="2000" b="1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: I.NARASIMHA</a:t>
            </a:r>
          </a:p>
          <a:p>
            <a:pPr algn="r"/>
            <a:r>
              <a:rPr lang="en-IN" sz="2000" b="1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PIN NO:22239-EC-041</a:t>
            </a:r>
          </a:p>
          <a:p>
            <a:pPr algn="r"/>
            <a:r>
              <a:rPr lang="en-IN" sz="2000" b="1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BRANCH:ECE</a:t>
            </a:r>
          </a:p>
          <a:p>
            <a:pPr algn="r"/>
            <a:r>
              <a:rPr lang="en-IN" sz="2000" b="1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DATE:24-02-2025</a:t>
            </a:r>
          </a:p>
          <a:p>
            <a:pPr algn="r"/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862475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F20D5-79B2-4D9D-9C26-C1291D510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729842"/>
            <a:ext cx="8596668" cy="1200558"/>
          </a:xfrm>
        </p:spPr>
        <p:txBody>
          <a:bodyPr>
            <a:normAutofit/>
          </a:bodyPr>
          <a:lstStyle/>
          <a:p>
            <a:r>
              <a:rPr lang="en-US" sz="3000" b="1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INTRODUCTION</a:t>
            </a:r>
            <a:endParaRPr lang="en-IN" sz="3000" b="1" dirty="0">
              <a:latin typeface="Artifakt Element Black" panose="020B0A03050000020004" pitchFamily="34" charset="0"/>
              <a:ea typeface="Artifakt Element Black" panose="020B0A030500000200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5C2B7-260C-4375-A12E-A527C414E3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Street Lighting:</a:t>
            </a: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street lighting is often inefficient and wastes energy.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</a:p>
          <a:p>
            <a:pPr marL="0" indent="0"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an intelligent system that adjusts lights brightness based on motion detection, saving energy and costs.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5718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2114B-2035-492B-B107-F420C5243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WHAT IS THE B-3 SENSOR BASED STREET LIGHTS</a:t>
            </a:r>
            <a:endParaRPr lang="en-IN" sz="3000" b="1" dirty="0">
              <a:latin typeface="Artifakt Element Black" panose="020B0A03050000020004" pitchFamily="34" charset="0"/>
              <a:ea typeface="Artifakt Element Black" panose="020B0A030500000200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D9F8C-5663-4E06-8918-B472C4D03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>
                <a:latin typeface="Times New Roman" panose="02020603050405020304" pitchFamily="18" charset="0"/>
                <a:ea typeface="Artifakt Element Black" panose="020B0A03050000020004" pitchFamily="34" charset="0"/>
                <a:cs typeface="Times New Roman" panose="02020603050405020304" pitchFamily="18" charset="0"/>
              </a:rPr>
              <a:t>Description: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ea typeface="Artifakt Element Black" panose="020B0A03050000020004" pitchFamily="34" charset="0"/>
                <a:cs typeface="Times New Roman" panose="02020603050405020304" pitchFamily="18" charset="0"/>
              </a:rPr>
              <a:t>	</a:t>
            </a:r>
            <a:r>
              <a:rPr lang="en-US" sz="1800" dirty="0">
                <a:latin typeface="Times New Roman" panose="02020603050405020304" pitchFamily="18" charset="0"/>
                <a:ea typeface="Artifakt Element Black" panose="020B0A03050000020004" pitchFamily="34" charset="0"/>
                <a:cs typeface="Times New Roman" panose="02020603050405020304" pitchFamily="18" charset="0"/>
              </a:rPr>
              <a:t>A sensor based street lighting system that uses B-3 sensors to detect motion and adjust lighting accordingly.</a:t>
            </a:r>
            <a:endParaRPr lang="en-US" sz="1800" dirty="0"/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Lights remain dim until motion is detected, and then they automatically brighten when a person or vehicle is nearby.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2442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A5FCB-7884-4CCB-8CC6-CD024E15E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KEY COMPONENTS OF THE SYSTEM</a:t>
            </a:r>
            <a:endParaRPr lang="en-IN" sz="3000" b="1" dirty="0">
              <a:latin typeface="Artifakt Element Black" panose="020B0A03050000020004" pitchFamily="34" charset="0"/>
              <a:ea typeface="Artifakt Element Black" panose="020B0A030500000200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62A30-0B12-45FE-9F0A-0128EF2CE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95245"/>
            <a:ext cx="8596668" cy="4246118"/>
          </a:xfrm>
        </p:spPr>
        <p:txBody>
          <a:bodyPr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B-3 Sensors: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Motion sensors that detect movement.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 Street Lights: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Energy-efficient lights that adjust brightness based on sensor input.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Controller:</a:t>
            </a:r>
          </a:p>
          <a:p>
            <a:pPr marL="457200" lvl="1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microcontroller or processor that controls the lighting system.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Supply:</a:t>
            </a:r>
          </a:p>
          <a:p>
            <a:pPr marL="457200" lvl="1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the necessary power to the lights and sensors.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0483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7DB29-FE03-4ABB-9E34-B8277D1F3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HOW THE SYSTEM WORKS</a:t>
            </a:r>
            <a:endParaRPr lang="en-IN" sz="3000" b="1" dirty="0">
              <a:latin typeface="Artifakt Element Black" panose="020B0A03050000020004" pitchFamily="34" charset="0"/>
              <a:ea typeface="Artifakt Element Black" panose="020B0A030500000200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9D43B-4BF2-4F01-B02C-D69047B05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Condition: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Street lights remain dim when no movement is detected.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Motion Detected: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When the B_3 sensor detects motion(a person or vehicle),the controller increses the brightness of the street light.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 Adjustment:</a:t>
            </a:r>
          </a:p>
          <a:p>
            <a:pPr marL="457200" lvl="1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the motion stops, the system returns the light to its dimmed state.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136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8EF69-54E9-4594-9272-8343BFFD3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BENEFITS OF THE B-3 SENSOR BASED STREET LIGHTS</a:t>
            </a:r>
            <a:endParaRPr lang="en-IN" sz="3000" b="1" dirty="0">
              <a:latin typeface="Artifakt Element Black" panose="020B0A03050000020004" pitchFamily="34" charset="0"/>
              <a:ea typeface="Artifakt Element Black" panose="020B0A030500000200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335F8-20D9-4900-A03A-508DA358D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savings:</a:t>
            </a:r>
          </a:p>
          <a:p>
            <a:pPr marL="457200" lvl="1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Lights are dim when not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needed,reducing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power consumption.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Efficiency:</a:t>
            </a:r>
          </a:p>
          <a:p>
            <a:pPr marL="457200" lvl="1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electricity bills and reduced maintenance costs.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Sustainability:</a:t>
            </a:r>
          </a:p>
          <a:p>
            <a:pPr marL="457200" lvl="1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eco-friendly initiatives by conserving energy.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Safety:</a:t>
            </a:r>
          </a:p>
          <a:p>
            <a:pPr marL="457200" lvl="1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street lights brighten when needed, enhancing visibility for pedestrians and vehicle.</a:t>
            </a:r>
          </a:p>
        </p:txBody>
      </p:sp>
    </p:spTree>
    <p:extLst>
      <p:ext uri="{BB962C8B-B14F-4D97-AF65-F5344CB8AC3E}">
        <p14:creationId xmlns:p14="http://schemas.microsoft.com/office/powerpoint/2010/main" val="2196317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B0E7A-8488-4C27-B339-EB3C8907B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729842"/>
            <a:ext cx="8596668" cy="1200558"/>
          </a:xfrm>
        </p:spPr>
        <p:txBody>
          <a:bodyPr>
            <a:normAutofit/>
          </a:bodyPr>
          <a:lstStyle/>
          <a:p>
            <a:r>
              <a:rPr lang="en-US" sz="3000" b="1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APPLICATIONS OF THE SYSTEM</a:t>
            </a:r>
            <a:endParaRPr lang="en-IN" sz="3000" b="1" dirty="0">
              <a:latin typeface="Artifakt Element Black" panose="020B0A03050000020004" pitchFamily="34" charset="0"/>
              <a:ea typeface="Artifakt Element Black" panose="020B0A030500000200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B31B4-42D5-4F03-A7BB-3A542A79E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cities: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cities implement sustainable infrastructure.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Highways: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energy use while maintaining safety on roads.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Residential streets: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for suburban and rural areas where traffic is infrequent.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parks: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lighting for public spaces during night hours.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2904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F9AA8-816E-4CF8-9B84-27E01E613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CHALLAENGES AND CONSIDERATIONS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71EF5-686B-4D95-A223-7C1F07FD5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Setup Cost:</a:t>
            </a:r>
          </a:p>
          <a:p>
            <a:pPr marL="457200" lvl="1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installation of sensors and smart controllers can be expensive.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Maintenance: </a:t>
            </a:r>
          </a:p>
          <a:p>
            <a:pPr marL="457200" lvl="1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 and LED lights may require occasional maintenance or calibration.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Effects:</a:t>
            </a:r>
          </a:p>
          <a:p>
            <a:pPr marL="457200" lvl="1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Extreme weather conditions could affect sensor accuracy.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9290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D012F-B2BF-404C-BC9D-D68A0F775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989901"/>
            <a:ext cx="8596668" cy="1283515"/>
          </a:xfrm>
        </p:spPr>
        <p:txBody>
          <a:bodyPr>
            <a:normAutofit/>
          </a:bodyPr>
          <a:lstStyle/>
          <a:p>
            <a:r>
              <a:rPr lang="en-US" sz="30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CONCLUSION</a:t>
            </a:r>
            <a:endParaRPr lang="en-IN" sz="3000" dirty="0">
              <a:latin typeface="Artifakt Element Black" panose="020B0A03050000020004" pitchFamily="34" charset="0"/>
              <a:ea typeface="Artifakt Element Black" panose="020B0A030500000200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6AA2E-CF0A-45FA-8CC1-17D0BEE91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718033"/>
            <a:ext cx="8596668" cy="3323329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B-3 sensor based street light system provides a smart and energy-efficient way to improve street lighting while saving costs.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technology supports sustainability and enhances safety, making it a valuable solution for modern urban areas.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2556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E9DB5-0E6B-4CF6-A05E-C1D68D456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246539"/>
            <a:ext cx="8607804" cy="1761689"/>
          </a:xfrm>
        </p:spPr>
        <p:txBody>
          <a:bodyPr/>
          <a:lstStyle/>
          <a:p>
            <a:pPr algn="ctr"/>
            <a:r>
              <a:rPr lang="en-US" b="1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THANK YOU ALL</a:t>
            </a:r>
            <a:endParaRPr lang="en-IN" b="1" dirty="0">
              <a:latin typeface="Artifakt Element Black" panose="020B0A03050000020004" pitchFamily="34" charset="0"/>
              <a:ea typeface="Artifakt Element Black" panose="020B0A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075734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125</TotalTime>
  <Words>439</Words>
  <Application>Microsoft Office PowerPoint</Application>
  <PresentationFormat>Widescreen</PresentationFormat>
  <Paragraphs>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Artifakt Element Black</vt:lpstr>
      <vt:lpstr>Times New Roman</vt:lpstr>
      <vt:lpstr>Trebuchet MS</vt:lpstr>
      <vt:lpstr>Wingdings 3</vt:lpstr>
      <vt:lpstr>Facet</vt:lpstr>
      <vt:lpstr>B-3 SENSOR BASED STREET LIGHTS</vt:lpstr>
      <vt:lpstr>INTRODUCTION</vt:lpstr>
      <vt:lpstr>WHAT IS THE B-3 SENSOR BASED STREET LIGHTS</vt:lpstr>
      <vt:lpstr>KEY COMPONENTS OF THE SYSTEM</vt:lpstr>
      <vt:lpstr>HOW THE SYSTEM WORKS</vt:lpstr>
      <vt:lpstr>BENEFITS OF THE B-3 SENSOR BASED STREET LIGHTS</vt:lpstr>
      <vt:lpstr>APPLICATIONS OF THE SYSTEM</vt:lpstr>
      <vt:lpstr>CHALLAENGES AND CONSIDERATIONS</vt:lpstr>
      <vt:lpstr>CONCLUSION</vt:lpstr>
      <vt:lpstr>THANK YOU ALL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B-3 SENSOR BASED STREET LIGHTS</dc:title>
  <dc:creator>mr narasimham</dc:creator>
  <cp:lastModifiedBy>mr narasimham</cp:lastModifiedBy>
  <cp:revision>9</cp:revision>
  <dcterms:created xsi:type="dcterms:W3CDTF">2025-02-23T11:46:33Z</dcterms:created>
  <dcterms:modified xsi:type="dcterms:W3CDTF">2025-02-24T02:59:50Z</dcterms:modified>
</cp:coreProperties>
</file>